
<file path=[Content_Types].xml><?xml version="1.0" encoding="utf-8"?>
<Types xmlns="http://schemas.openxmlformats.org/package/2006/content-types">
  <Default Extension="glb" ContentType="model/gltf.binary"/>
  <Default Extension="img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451D"/>
    <a:srgbClr val="982490"/>
    <a:srgbClr val="C44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80" autoAdjust="0"/>
  </p:normalViewPr>
  <p:slideViewPr>
    <p:cSldViewPr snapToGrid="0">
      <p:cViewPr>
        <p:scale>
          <a:sx n="66" d="100"/>
          <a:sy n="66" d="100"/>
        </p:scale>
        <p:origin x="76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27C4-E1DD-2449-44EA-6AEE5929A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B00B6-BE71-C77B-6E17-42303B030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1EF6-9270-971C-6C10-D7A9DAFE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E5FBE-843A-0B07-1FB8-98370601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8DA1-9150-265B-2580-08E20792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3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0466-BFE4-CA23-B4B8-36D19445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F403D-8107-AB4C-6DE0-425D3663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3E14C-A869-7831-3312-2C5BC67A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29CB-030E-8DD5-9FA2-5AA914C4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23E5-670D-7627-C1A4-1B697E3C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9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AB49-0984-53FC-15B4-38E1945F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EB6B-CBDC-31B2-7351-317B493F2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38896-B22A-CA67-774F-14F58F9B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B305A-409D-AA6E-1CF7-38F538E9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73037-AAA1-DBE0-BC59-8D619921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3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4AFF5-703D-2B7B-A04E-A787833D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55CB-599E-DC80-B6B4-D76673836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9967B-E158-90C1-B7C1-A3EDC2F37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A9B4D-6CA7-3A5D-B03A-416A82BE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98F14-CAFE-2DAA-722E-BF1452A9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76D56-9D47-C76B-806B-8955991F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3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5E93-B1AA-E1A7-C930-9F4A9724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5D3D-2631-06C5-A446-601985DF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7AC77-E2B2-36D7-4AE2-567B7977B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A80FF-A250-EE98-2382-F2EA0BC6D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F2844-790E-D802-4380-29039CA85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2D050-253D-486C-BF8A-0E2BE65F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A7476-DE07-5D6B-FD79-6CF8C2C4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F26C4-2C1E-7D69-90D2-D50C111B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3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43C1-7FBB-22AF-8E5E-CEE58E0A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6E5B6-21C2-6689-1681-8157B275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E9E2-1573-0FEE-FFC4-D017B1D5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89824-89AB-CC53-BACE-51E53F88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54D8C8-F634-B971-C162-CFA957C5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91EC5-630B-8933-8B23-D1CAA8C3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4BEA9-2B44-43B6-1732-2FEE4909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E126-AF6E-E48E-094C-8C24B960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C9AB6-55BB-EFE6-318F-DE0EE13B7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5FBE7-C4F7-69C8-7FD5-D7A7F6013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8C0CB-ABB4-7FFA-036E-B5D9BD65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67928-EC80-0655-1404-47AE0128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67370-2B8B-0698-5E81-DA2B1E71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2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120A-429D-95A0-EA33-1E045114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44A4C-A3E1-9DDF-0480-98D935DD5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D5B2A-0862-69A8-F69C-5BC2B3C32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CA076-71CA-3914-98E6-FB73BB49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0AAA3-8ABB-A20A-F958-9CDA20C5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D30B8-5E4B-CA64-0AFA-E2A152B13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7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5860-60B2-0683-B277-55C1D426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ED4B6-7AEF-F282-EF77-1B6E6EA32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81AB-1BE9-593A-AE82-9D1506624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71F3E-1272-C4F0-F916-6BFCBB76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D6A1B-91E2-62D6-1304-F35AE0C6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1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402AC-8AEA-6F46-3D3B-4CA70E9C5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B9051-9D4E-FE0A-CE67-8E4EEE87B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06796-1436-136E-EB49-9D92E0582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C0B15-85D0-903E-0ABF-AD75F1E69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9134B-8026-39E0-5D82-A156E74CE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7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160B18-D1BF-4909-383B-6E2AA22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E63CE-EC71-269E-6466-A17BB42F6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3E710-58AB-01F9-AC1C-014FAA0C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3322-1091-4D57-BF70-C2FE14BC8BBA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652F0-E6AE-8534-05AE-ACFBCAFA6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530D5-90BD-A835-0E61-3D3B71D3E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4A643-540C-4A56-BD32-11EA3D5E3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5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msn.com/en-in/society-culture-and-history/history/if-the-mah%C4%81bh%C4%81rata-was-real-why-does-india-s-map-tell-a-different-story/ar-AA1Td1Mz" TargetMode="External"/><Relationship Id="rId4" Type="http://schemas.openxmlformats.org/officeDocument/2006/relationships/image" Target="../media/image4.im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hyperlink" Target="https://pixabay.com/en/adrenaline-organic-chemistry-2879838/" TargetMode="External"/><Relationship Id="rId7" Type="http://schemas.openxmlformats.org/officeDocument/2006/relationships/image" Target="../media/image8.png"/><Relationship Id="rId12" Type="http://schemas.openxmlformats.org/officeDocument/2006/relationships/hyperlink" Target="https://openclipart.org/detail/225434/DS%2057:%20Fir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gsilh.com/de/image/159173.html" TargetMode="External"/><Relationship Id="rId11" Type="http://schemas.microsoft.com/office/2007/relationships/hdphoto" Target="../media/hdphoto1.wdp"/><Relationship Id="rId5" Type="http://schemas.openxmlformats.org/officeDocument/2006/relationships/image" Target="../media/image7.sv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hyperlink" Target="https://svgsilh.com/3f51b5/image/36024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9071E1-2F04-2F84-B03C-5DEEB3D959E0}"/>
              </a:ext>
            </a:extLst>
          </p:cNvPr>
          <p:cNvSpPr/>
          <p:nvPr/>
        </p:nvSpPr>
        <p:spPr>
          <a:xfrm>
            <a:off x="3323303" y="157315"/>
            <a:ext cx="5545393" cy="1032388"/>
          </a:xfrm>
          <a:prstGeom prst="roundRect">
            <a:avLst>
              <a:gd name="adj" fmla="val 46191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Rectangle: Top Corners One Rounded and One Snipped 2">
            <a:extLst>
              <a:ext uri="{FF2B5EF4-FFF2-40B4-BE49-F238E27FC236}">
                <a16:creationId xmlns:a16="http://schemas.microsoft.com/office/drawing/2014/main" id="{8F2EF5D8-1B0A-9F7D-26DB-9B71284B9C0D}"/>
              </a:ext>
            </a:extLst>
          </p:cNvPr>
          <p:cNvSpPr/>
          <p:nvPr/>
        </p:nvSpPr>
        <p:spPr>
          <a:xfrm>
            <a:off x="894736" y="2797278"/>
            <a:ext cx="2467896" cy="4060722"/>
          </a:xfrm>
          <a:prstGeom prst="snipRoundRect">
            <a:avLst>
              <a:gd name="adj1" fmla="val 26096"/>
              <a:gd name="adj2" fmla="val 25697"/>
            </a:avLst>
          </a:prstGeom>
          <a:solidFill>
            <a:srgbClr val="98249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Kruti Dev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Loop Animation for down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Bold Color selection for 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 how to use the Insert</a:t>
            </a:r>
          </a:p>
        </p:txBody>
      </p:sp>
      <p:sp>
        <p:nvSpPr>
          <p:cNvPr id="11" name="Rectangle: Top Corners One Rounded and One Snipped 10">
            <a:extLst>
              <a:ext uri="{FF2B5EF4-FFF2-40B4-BE49-F238E27FC236}">
                <a16:creationId xmlns:a16="http://schemas.microsoft.com/office/drawing/2014/main" id="{58B9B824-5E9A-3F0B-84FE-DA3217BB84E6}"/>
              </a:ext>
            </a:extLst>
          </p:cNvPr>
          <p:cNvSpPr/>
          <p:nvPr/>
        </p:nvSpPr>
        <p:spPr>
          <a:xfrm>
            <a:off x="8952272" y="2797278"/>
            <a:ext cx="2467896" cy="4060722"/>
          </a:xfrm>
          <a:prstGeom prst="snipRoundRect">
            <a:avLst>
              <a:gd name="adj1" fmla="val 26096"/>
              <a:gd name="adj2" fmla="val 25697"/>
            </a:avLst>
          </a:prstGeom>
          <a:solidFill>
            <a:srgbClr val="98249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Online stock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Shape creation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Understanding of  things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Attentive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Arranged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New Styles</a:t>
            </a:r>
          </a:p>
        </p:txBody>
      </p:sp>
      <p:sp>
        <p:nvSpPr>
          <p:cNvPr id="12" name="Rectangle: Top Corners One Rounded and One Snipped 11">
            <a:extLst>
              <a:ext uri="{FF2B5EF4-FFF2-40B4-BE49-F238E27FC236}">
                <a16:creationId xmlns:a16="http://schemas.microsoft.com/office/drawing/2014/main" id="{3E773EF9-C692-87CA-2EA4-D481DC074CE1}"/>
              </a:ext>
            </a:extLst>
          </p:cNvPr>
          <p:cNvSpPr/>
          <p:nvPr/>
        </p:nvSpPr>
        <p:spPr>
          <a:xfrm>
            <a:off x="5034116" y="2797278"/>
            <a:ext cx="2467896" cy="4060722"/>
          </a:xfrm>
          <a:prstGeom prst="snipRoundRect">
            <a:avLst>
              <a:gd name="adj1" fmla="val 26096"/>
              <a:gd name="adj2" fmla="val 25697"/>
            </a:avLst>
          </a:prstGeom>
          <a:solidFill>
            <a:srgbClr val="982490"/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Image insertion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Stock photo online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Gradient in Word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Animations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Stickers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9BDFF8D9-2687-0CCE-8346-000CE644455A}"/>
              </a:ext>
            </a:extLst>
          </p:cNvPr>
          <p:cNvSpPr/>
          <p:nvPr/>
        </p:nvSpPr>
        <p:spPr>
          <a:xfrm>
            <a:off x="0" y="1455174"/>
            <a:ext cx="3805084" cy="727587"/>
          </a:xfrm>
          <a:prstGeom prst="homePlat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Table of Content</a:t>
            </a:r>
            <a:endParaRPr lang="en-US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0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5A563-C9F7-A917-08F2-7A9BCF96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EC23EC-3B03-222D-0BE2-4E163ECE7670}"/>
              </a:ext>
            </a:extLst>
          </p:cNvPr>
          <p:cNvSpPr/>
          <p:nvPr/>
        </p:nvSpPr>
        <p:spPr>
          <a:xfrm>
            <a:off x="117987" y="117987"/>
            <a:ext cx="7049729" cy="107171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PRARAMBH BATCH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3EFA7A-87E3-6EF1-19F2-D9615367984E}"/>
              </a:ext>
            </a:extLst>
          </p:cNvPr>
          <p:cNvSpPr/>
          <p:nvPr/>
        </p:nvSpPr>
        <p:spPr>
          <a:xfrm>
            <a:off x="7334865" y="117987"/>
            <a:ext cx="4581832" cy="107171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2025-26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CDC0D-70D8-8C58-4832-50DC4FF7381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b="1" dirty="0">
              <a:solidFill>
                <a:schemeClr val="tx1"/>
              </a:solidFill>
              <a:latin typeface="Clarendon BT" panose="02040704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5F3B4-2693-6DA3-32F6-77AC1CA11AFB}"/>
              </a:ext>
            </a:extLst>
          </p:cNvPr>
          <p:cNvSpPr txBox="1"/>
          <p:nvPr/>
        </p:nvSpPr>
        <p:spPr>
          <a:xfrm>
            <a:off x="-119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2B472-24AF-AA51-0945-3FC6F8DD94FB}"/>
              </a:ext>
            </a:extLst>
          </p:cNvPr>
          <p:cNvSpPr txBox="1"/>
          <p:nvPr/>
        </p:nvSpPr>
        <p:spPr>
          <a:xfrm>
            <a:off x="12311949" y="6534834"/>
            <a:ext cx="12752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larendon BT" panose="02040704040505020204" pitchFamily="18" charset="0"/>
              </a:rPr>
              <a:t>FOR MORE INFORMATION LOG ON AND SUBSCRIBE TO THE CHANNEL CALL AT : +91 9120997721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Smiling Face With Sunglasses Emoji">
                <a:extLst>
                  <a:ext uri="{FF2B5EF4-FFF2-40B4-BE49-F238E27FC236}">
                    <a16:creationId xmlns:a16="http://schemas.microsoft.com/office/drawing/2014/main" id="{0B23762F-1ADC-1406-AFAB-A9309CCC6A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52317702"/>
                  </p:ext>
                </p:extLst>
              </p:nvPr>
            </p:nvGraphicFramePr>
            <p:xfrm>
              <a:off x="-49161" y="1189703"/>
              <a:ext cx="1295646" cy="99078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95646" cy="990788"/>
                    </a:xfrm>
                    <a:prstGeom prst="rect">
                      <a:avLst/>
                    </a:prstGeom>
                  </am3d:spPr>
                  <am3d:camera>
                    <am3d:pos x="0" y="0" z="7833415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8884" d="1000000"/>
                    <am3d:preTrans dx="1832" dy="-16799170" dz="-1200816"/>
                    <am3d:scale>
                      <am3d:sx n="1000000" d="1000000"/>
                      <am3d:sy n="1000000" d="1000000"/>
                      <am3d:sz n="1000000" d="1000000"/>
                    </am3d:scale>
                    <am3d:rot ax="561314" ay="1866548" az="29192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258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Smiling Face With Sunglasses Emoji">
                <a:extLst>
                  <a:ext uri="{FF2B5EF4-FFF2-40B4-BE49-F238E27FC236}">
                    <a16:creationId xmlns:a16="http://schemas.microsoft.com/office/drawing/2014/main" id="{0B23762F-1ADC-1406-AFAB-A9309CCC6A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9161" y="1189703"/>
                <a:ext cx="1295646" cy="99078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3082B5-6977-BE79-6ED2-A79F7FD9929B}"/>
              </a:ext>
            </a:extLst>
          </p:cNvPr>
          <p:cNvSpPr txBox="1"/>
          <p:nvPr/>
        </p:nvSpPr>
        <p:spPr>
          <a:xfrm>
            <a:off x="1909187" y="1396721"/>
            <a:ext cx="96062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iz0 1%&amp;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vxj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,d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fpfM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+;k mM+ ugh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ldrj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ysfdu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tc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mM+us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yk;d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xbZ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25 fdeh0@ ?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k.Vk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dh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j¶rkj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ls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pyus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yxs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pht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tks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mls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ftank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j[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ksxhA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vkSj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esjk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cM+k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HkkbZ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dk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mlls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fj’rk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gSA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vxj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og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fdlh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rjg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ls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pkoy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[kk [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kkdj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ftank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jg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ys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rc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Hkh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Kruti Dev 165" pitchFamily="2" charset="0"/>
              </a:rPr>
              <a:t>D;k</a:t>
            </a:r>
            <a:r>
              <a:rPr lang="en-US" sz="2800" dirty="0">
                <a:solidFill>
                  <a:schemeClr val="bg1"/>
                </a:solidFill>
                <a:latin typeface="Kruti Dev 165" pitchFamily="2" charset="0"/>
              </a:rPr>
              <a:t>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 Motor vehicle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 Electric Train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 Flying Jatt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Super Car</a:t>
            </a:r>
          </a:p>
        </p:txBody>
      </p:sp>
    </p:spTree>
    <p:extLst>
      <p:ext uri="{BB962C8B-B14F-4D97-AF65-F5344CB8AC3E}">
        <p14:creationId xmlns:p14="http://schemas.microsoft.com/office/powerpoint/2010/main" val="2860426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mph" presetSubtype="128" accel="10000" decel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55017-9CE3-1111-F261-E8AAA976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2BD946-4D42-DA48-2479-A788278BBEAE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larendon BT" panose="02040704040505020204" pitchFamily="18" charset="0"/>
              <a:ea typeface="+mn-ea"/>
              <a:cs typeface="+mn-cs"/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2C9D5A9B-D3D9-F6E3-5080-F65F546BF485}"/>
              </a:ext>
            </a:extLst>
          </p:cNvPr>
          <p:cNvSpPr/>
          <p:nvPr/>
        </p:nvSpPr>
        <p:spPr>
          <a:xfrm>
            <a:off x="0" y="6400800"/>
            <a:ext cx="6843252" cy="457200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1920240" rtlCol="0" anchor="ctr">
            <a:normAutofit/>
          </a:bodyPr>
          <a:lstStyle/>
          <a:p>
            <a:pPr algn="ctr"/>
            <a:r>
              <a:rPr lang="en-US" b="1" dirty="0" err="1">
                <a:latin typeface="Arial Rounded MT Bold" panose="020F0704030504030204" pitchFamily="34" charset="0"/>
              </a:rPr>
              <a:t>Instgram</a:t>
            </a:r>
            <a:r>
              <a:rPr lang="en-US" b="1" dirty="0">
                <a:latin typeface="Arial Rounded MT Bold" panose="020F0704030504030204" pitchFamily="34" charset="0"/>
              </a:rPr>
              <a:t> Id: </a:t>
            </a:r>
            <a:r>
              <a:rPr lang="en-US" b="1" dirty="0" err="1">
                <a:latin typeface="Arial Rounded MT Bold" panose="020F0704030504030204" pitchFamily="34" charset="0"/>
              </a:rPr>
              <a:t>raj_toyaj</a:t>
            </a:r>
            <a:r>
              <a:rPr lang="en-US" dirty="0"/>
              <a:t> </a:t>
            </a:r>
          </a:p>
        </p:txBody>
      </p:sp>
      <p:sp>
        <p:nvSpPr>
          <p:cNvPr id="10" name="AutoShape 4" descr="Instagram Social Icons, Instagram, Social, Icon PNG and Vector with ...">
            <a:extLst>
              <a:ext uri="{FF2B5EF4-FFF2-40B4-BE49-F238E27FC236}">
                <a16:creationId xmlns:a16="http://schemas.microsoft.com/office/drawing/2014/main" id="{3A8D23B5-1211-1E00-407D-21A69D3E5E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4DAA52-5549-A45E-D120-990BB9D69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6400798"/>
            <a:ext cx="1012722" cy="4572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BAF84F-9E0E-5611-FFC8-DC2081855009}"/>
              </a:ext>
            </a:extLst>
          </p:cNvPr>
          <p:cNvSpPr txBox="1"/>
          <p:nvPr/>
        </p:nvSpPr>
        <p:spPr>
          <a:xfrm>
            <a:off x="8000184" y="6396334"/>
            <a:ext cx="4188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rajkamal420-web.github.io/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9F2294-C8A5-90D8-E786-FAE2B362E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7" y="6396333"/>
            <a:ext cx="1101212" cy="45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4B4F5C-2C6D-F1D5-100A-12114505D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869440" y="0"/>
            <a:ext cx="10319286" cy="63918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0C0884-650F-2068-E694-55D346924ADA}"/>
              </a:ext>
            </a:extLst>
          </p:cNvPr>
          <p:cNvSpPr txBox="1"/>
          <p:nvPr/>
        </p:nvSpPr>
        <p:spPr>
          <a:xfrm>
            <a:off x="516849" y="841441"/>
            <a:ext cx="83672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gradFill flip="none" rotWithShape="1">
                  <a:gsLst>
                    <a:gs pos="16000">
                      <a:srgbClr val="D9451D"/>
                    </a:gs>
                    <a:gs pos="50000">
                      <a:schemeClr val="bg1"/>
                    </a:gs>
                    <a:gs pos="81000">
                      <a:schemeClr val="accent6">
                        <a:lumMod val="5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Bahnschrift SemiBold" panose="020B0502040204020203" pitchFamily="34" charset="0"/>
              </a:rPr>
              <a:t>INDIA</a:t>
            </a:r>
          </a:p>
        </p:txBody>
      </p:sp>
    </p:spTree>
    <p:extLst>
      <p:ext uri="{BB962C8B-B14F-4D97-AF65-F5344CB8AC3E}">
        <p14:creationId xmlns:p14="http://schemas.microsoft.com/office/powerpoint/2010/main" val="2851929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F40A7-7DBF-F8C4-89AA-73C3BD21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5892D80-C3B7-83FF-4A74-D0FDC02EAE36}"/>
              </a:ext>
            </a:extLst>
          </p:cNvPr>
          <p:cNvSpPr/>
          <p:nvPr/>
        </p:nvSpPr>
        <p:spPr>
          <a:xfrm>
            <a:off x="6760463" y="4933815"/>
            <a:ext cx="1688593" cy="790378"/>
          </a:xfrm>
          <a:custGeom>
            <a:avLst/>
            <a:gdLst>
              <a:gd name="csX0" fmla="*/ 0 w 1609345"/>
              <a:gd name="csY0" fmla="*/ 0 h 388166"/>
              <a:gd name="csX1" fmla="*/ 1609345 w 1609345"/>
              <a:gd name="csY1" fmla="*/ 0 h 388166"/>
              <a:gd name="csX2" fmla="*/ 1609345 w 1609345"/>
              <a:gd name="csY2" fmla="*/ 388166 h 388166"/>
              <a:gd name="csX3" fmla="*/ 0 w 1609345"/>
              <a:gd name="csY3" fmla="*/ 388166 h 388166"/>
              <a:gd name="csX4" fmla="*/ 0 w 1609345"/>
              <a:gd name="csY4" fmla="*/ 0 h 388166"/>
              <a:gd name="csX0" fmla="*/ 12192 w 1621537"/>
              <a:gd name="csY0" fmla="*/ 0 h 388166"/>
              <a:gd name="csX1" fmla="*/ 1621537 w 1621537"/>
              <a:gd name="csY1" fmla="*/ 0 h 388166"/>
              <a:gd name="csX2" fmla="*/ 1621537 w 1621537"/>
              <a:gd name="csY2" fmla="*/ 388166 h 388166"/>
              <a:gd name="csX3" fmla="*/ 0 w 1621537"/>
              <a:gd name="csY3" fmla="*/ 321110 h 388166"/>
              <a:gd name="csX4" fmla="*/ 12192 w 1621537"/>
              <a:gd name="csY4" fmla="*/ 0 h 388166"/>
              <a:gd name="csX0" fmla="*/ 12192 w 1621537"/>
              <a:gd name="csY0" fmla="*/ 0 h 436934"/>
              <a:gd name="csX1" fmla="*/ 1621537 w 1621537"/>
              <a:gd name="csY1" fmla="*/ 0 h 436934"/>
              <a:gd name="csX2" fmla="*/ 1621537 w 1621537"/>
              <a:gd name="csY2" fmla="*/ 436934 h 436934"/>
              <a:gd name="csX3" fmla="*/ 0 w 1621537"/>
              <a:gd name="csY3" fmla="*/ 321110 h 436934"/>
              <a:gd name="csX4" fmla="*/ 12192 w 1621537"/>
              <a:gd name="csY4" fmla="*/ 0 h 436934"/>
              <a:gd name="csX0" fmla="*/ 12192 w 1621537"/>
              <a:gd name="csY0" fmla="*/ 0 h 552758"/>
              <a:gd name="csX1" fmla="*/ 1621537 w 1621537"/>
              <a:gd name="csY1" fmla="*/ 0 h 552758"/>
              <a:gd name="csX2" fmla="*/ 1621537 w 1621537"/>
              <a:gd name="csY2" fmla="*/ 436934 h 552758"/>
              <a:gd name="csX3" fmla="*/ 0 w 1621537"/>
              <a:gd name="csY3" fmla="*/ 552758 h 552758"/>
              <a:gd name="csX4" fmla="*/ 12192 w 1621537"/>
              <a:gd name="csY4" fmla="*/ 0 h 552758"/>
              <a:gd name="csX0" fmla="*/ 12192 w 1621537"/>
              <a:gd name="csY0" fmla="*/ 0 h 703640"/>
              <a:gd name="csX1" fmla="*/ 1621537 w 1621537"/>
              <a:gd name="csY1" fmla="*/ 0 h 703640"/>
              <a:gd name="csX2" fmla="*/ 1621537 w 1621537"/>
              <a:gd name="csY2" fmla="*/ 436934 h 703640"/>
              <a:gd name="csX3" fmla="*/ 0 w 1621537"/>
              <a:gd name="csY3" fmla="*/ 552758 h 703640"/>
              <a:gd name="csX4" fmla="*/ 12192 w 1621537"/>
              <a:gd name="csY4" fmla="*/ 0 h 703640"/>
              <a:gd name="csX0" fmla="*/ 12192 w 1621537"/>
              <a:gd name="csY0" fmla="*/ 0 h 729746"/>
              <a:gd name="csX1" fmla="*/ 1621537 w 1621537"/>
              <a:gd name="csY1" fmla="*/ 0 h 729746"/>
              <a:gd name="csX2" fmla="*/ 1621537 w 1621537"/>
              <a:gd name="csY2" fmla="*/ 546662 h 729746"/>
              <a:gd name="csX3" fmla="*/ 0 w 1621537"/>
              <a:gd name="csY3" fmla="*/ 552758 h 729746"/>
              <a:gd name="csX4" fmla="*/ 12192 w 1621537"/>
              <a:gd name="csY4" fmla="*/ 0 h 729746"/>
              <a:gd name="csX0" fmla="*/ 12192 w 1621537"/>
              <a:gd name="csY0" fmla="*/ 0 h 776643"/>
              <a:gd name="csX1" fmla="*/ 1621537 w 1621537"/>
              <a:gd name="csY1" fmla="*/ 0 h 776643"/>
              <a:gd name="csX2" fmla="*/ 1621537 w 1621537"/>
              <a:gd name="csY2" fmla="*/ 546662 h 776643"/>
              <a:gd name="csX3" fmla="*/ 0 w 1621537"/>
              <a:gd name="csY3" fmla="*/ 552758 h 776643"/>
              <a:gd name="csX4" fmla="*/ 12192 w 1621537"/>
              <a:gd name="csY4" fmla="*/ 0 h 776643"/>
              <a:gd name="csX0" fmla="*/ 12192 w 1682497"/>
              <a:gd name="csY0" fmla="*/ 0 h 776643"/>
              <a:gd name="csX1" fmla="*/ 1682497 w 1682497"/>
              <a:gd name="csY1" fmla="*/ 12192 h 776643"/>
              <a:gd name="csX2" fmla="*/ 1621537 w 1682497"/>
              <a:gd name="csY2" fmla="*/ 546662 h 776643"/>
              <a:gd name="csX3" fmla="*/ 0 w 1682497"/>
              <a:gd name="csY3" fmla="*/ 552758 h 776643"/>
              <a:gd name="csX4" fmla="*/ 12192 w 1682497"/>
              <a:gd name="csY4" fmla="*/ 0 h 776643"/>
              <a:gd name="csX0" fmla="*/ 12192 w 1688593"/>
              <a:gd name="csY0" fmla="*/ 0 h 776643"/>
              <a:gd name="csX1" fmla="*/ 1682497 w 1688593"/>
              <a:gd name="csY1" fmla="*/ 12192 h 776643"/>
              <a:gd name="csX2" fmla="*/ 1688593 w 1688593"/>
              <a:gd name="csY2" fmla="*/ 546662 h 776643"/>
              <a:gd name="csX3" fmla="*/ 0 w 1688593"/>
              <a:gd name="csY3" fmla="*/ 552758 h 776643"/>
              <a:gd name="csX4" fmla="*/ 12192 w 1688593"/>
              <a:gd name="csY4" fmla="*/ 0 h 776643"/>
              <a:gd name="csX0" fmla="*/ 12192 w 1688593"/>
              <a:gd name="csY0" fmla="*/ 0 h 790378"/>
              <a:gd name="csX1" fmla="*/ 1682497 w 1688593"/>
              <a:gd name="csY1" fmla="*/ 12192 h 790378"/>
              <a:gd name="csX2" fmla="*/ 1688593 w 1688593"/>
              <a:gd name="csY2" fmla="*/ 546662 h 790378"/>
              <a:gd name="csX3" fmla="*/ 0 w 1688593"/>
              <a:gd name="csY3" fmla="*/ 552758 h 790378"/>
              <a:gd name="csX4" fmla="*/ 12192 w 1688593"/>
              <a:gd name="csY4" fmla="*/ 0 h 790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88593" h="790378">
                <a:moveTo>
                  <a:pt x="12192" y="0"/>
                </a:moveTo>
                <a:lnTo>
                  <a:pt x="1682497" y="12192"/>
                </a:lnTo>
                <a:lnTo>
                  <a:pt x="1688593" y="546662"/>
                </a:lnTo>
                <a:cubicBezTo>
                  <a:pt x="1330961" y="798630"/>
                  <a:pt x="546608" y="934774"/>
                  <a:pt x="0" y="552758"/>
                </a:cubicBezTo>
                <a:lnTo>
                  <a:pt x="121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019728-5AC1-98B9-E031-51E294C99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6423"/>
            <a:ext cx="2824480" cy="174764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85FA14-6B71-2DFB-6775-F45FC67EC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719225" y="4003356"/>
            <a:ext cx="1747520" cy="166592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0FFA35D-C875-3238-1453-641E1C982F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flipH="1">
            <a:off x="7721600" y="485504"/>
            <a:ext cx="3415448" cy="3596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8D07A1-0E64-86C1-EDA2-576BCD2F8B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backgroundMark x1="25458" y1="18864" x2="25458" y2="18864"/>
                        <a14:backgroundMark x1="26167" y1="18383" x2="67208" y2="10924"/>
                        <a14:backgroundMark x1="67208" y1="10924" x2="72750" y2="10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550400" y="4082144"/>
            <a:ext cx="1460986" cy="2046512"/>
          </a:xfrm>
          <a:prstGeom prst="rect">
            <a:avLst/>
          </a:prstGeom>
        </p:spPr>
      </p:pic>
      <p:sp>
        <p:nvSpPr>
          <p:cNvPr id="21" name="Teardrop 20">
            <a:extLst>
              <a:ext uri="{FF2B5EF4-FFF2-40B4-BE49-F238E27FC236}">
                <a16:creationId xmlns:a16="http://schemas.microsoft.com/office/drawing/2014/main" id="{DD6C7D40-B6AE-34F5-C8A8-25363D76534C}"/>
              </a:ext>
            </a:extLst>
          </p:cNvPr>
          <p:cNvSpPr/>
          <p:nvPr/>
        </p:nvSpPr>
        <p:spPr>
          <a:xfrm>
            <a:off x="7592985" y="2763520"/>
            <a:ext cx="128615" cy="388166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ardrop 21">
            <a:extLst>
              <a:ext uri="{FF2B5EF4-FFF2-40B4-BE49-F238E27FC236}">
                <a16:creationId xmlns:a16="http://schemas.microsoft.com/office/drawing/2014/main" id="{6DF26554-6AD8-0558-37DE-802E4FC8A67B}"/>
              </a:ext>
            </a:extLst>
          </p:cNvPr>
          <p:cNvSpPr/>
          <p:nvPr/>
        </p:nvSpPr>
        <p:spPr>
          <a:xfrm>
            <a:off x="7335754" y="3809273"/>
            <a:ext cx="128615" cy="388166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ardrop 22">
            <a:extLst>
              <a:ext uri="{FF2B5EF4-FFF2-40B4-BE49-F238E27FC236}">
                <a16:creationId xmlns:a16="http://schemas.microsoft.com/office/drawing/2014/main" id="{81C80C98-F89A-52A6-C397-24BC368A3D1D}"/>
              </a:ext>
            </a:extLst>
          </p:cNvPr>
          <p:cNvSpPr/>
          <p:nvPr/>
        </p:nvSpPr>
        <p:spPr>
          <a:xfrm>
            <a:off x="7481342" y="4314020"/>
            <a:ext cx="128615" cy="388166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114D1A-A660-DA2E-CBA0-DAAF84C77848}"/>
              </a:ext>
            </a:extLst>
          </p:cNvPr>
          <p:cNvSpPr txBox="1"/>
          <p:nvPr/>
        </p:nvSpPr>
        <p:spPr>
          <a:xfrm>
            <a:off x="121920" y="2051862"/>
            <a:ext cx="2989051" cy="452431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Bahnschrift SemiCondensed" panose="020B0502040204020203" pitchFamily="34" charset="0"/>
              </a:rPr>
              <a:t>Key Points: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Bahnschrift SemiCondensed" panose="020B0502040204020203" pitchFamily="34" charset="0"/>
              </a:rPr>
              <a:t>Hiphenisation</a:t>
            </a:r>
            <a:endParaRPr lang="en-US" sz="3200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Bahnschrift SemiCondensed" panose="020B0502040204020203" pitchFamily="34" charset="0"/>
              </a:rPr>
              <a:t>Stephenension</a:t>
            </a:r>
            <a:endParaRPr lang="en-US" sz="3200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Bahnschrift SemiCondensed" panose="020B0502040204020203" pitchFamily="34" charset="0"/>
              </a:rPr>
              <a:t>Glycogene</a:t>
            </a:r>
            <a:endParaRPr lang="en-US" sz="3200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Bahnschrift SemiCondensed" panose="020B0502040204020203" pitchFamily="34" charset="0"/>
              </a:rPr>
              <a:t>Alphnumerical</a:t>
            </a:r>
            <a:endParaRPr lang="en-US" sz="3200" dirty="0">
              <a:latin typeface="Bahnschrift Semi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 SemiCondensed" panose="020B0502040204020203" pitchFamily="34" charset="0"/>
              </a:rPr>
              <a:t>William </a:t>
            </a:r>
            <a:r>
              <a:rPr lang="en-US" sz="3200" dirty="0" err="1">
                <a:latin typeface="Bahnschrift SemiCondensed" panose="020B0502040204020203" pitchFamily="34" charset="0"/>
              </a:rPr>
              <a:t>Bourner</a:t>
            </a:r>
            <a:r>
              <a:rPr lang="en-US" sz="3200" dirty="0">
                <a:latin typeface="Bahnschrift SemiCondensed" panose="020B0502040204020203" pitchFamily="34" charset="0"/>
              </a:rPr>
              <a:t> Reaction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>
                <a:latin typeface="Bahnschrift SemiCondensed" panose="020B0502040204020203" pitchFamily="34" charset="0"/>
              </a:rPr>
              <a:t>Arc Reactor</a:t>
            </a:r>
          </a:p>
        </p:txBody>
      </p:sp>
      <p:sp>
        <p:nvSpPr>
          <p:cNvPr id="27" name="Chord 26">
            <a:extLst>
              <a:ext uri="{FF2B5EF4-FFF2-40B4-BE49-F238E27FC236}">
                <a16:creationId xmlns:a16="http://schemas.microsoft.com/office/drawing/2014/main" id="{1F1799C7-6EED-DE0E-B2AA-5C7B46F0976F}"/>
              </a:ext>
            </a:extLst>
          </p:cNvPr>
          <p:cNvSpPr/>
          <p:nvPr/>
        </p:nvSpPr>
        <p:spPr>
          <a:xfrm rot="16200000">
            <a:off x="5222177" y="-2491782"/>
            <a:ext cx="1747647" cy="5371578"/>
          </a:xfrm>
          <a:prstGeom prst="chord">
            <a:avLst>
              <a:gd name="adj1" fmla="val 5156814"/>
              <a:gd name="adj2" fmla="val 1646227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CCB989-65B3-4069-444C-08C11FC39BC1}"/>
              </a:ext>
            </a:extLst>
          </p:cNvPr>
          <p:cNvSpPr txBox="1"/>
          <p:nvPr/>
        </p:nvSpPr>
        <p:spPr>
          <a:xfrm>
            <a:off x="3942080" y="173687"/>
            <a:ext cx="4494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Rounded MT Bold" panose="020F0704030504030204" pitchFamily="34" charset="0"/>
              </a:rPr>
              <a:t>CHEMICALS CREATION</a:t>
            </a:r>
          </a:p>
        </p:txBody>
      </p:sp>
    </p:spTree>
    <p:extLst>
      <p:ext uri="{BB962C8B-B14F-4D97-AF65-F5344CB8AC3E}">
        <p14:creationId xmlns:p14="http://schemas.microsoft.com/office/powerpoint/2010/main" val="211126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46000">
              <a:schemeClr val="accent5">
                <a:lumMod val="95000"/>
                <a:lumOff val="5000"/>
              </a:schemeClr>
            </a:gs>
            <a:gs pos="100000">
              <a:schemeClr val="accent5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5EC2BC4-98E7-93DE-899C-D5A9A44870FB}"/>
              </a:ext>
            </a:extLst>
          </p:cNvPr>
          <p:cNvSpPr/>
          <p:nvPr/>
        </p:nvSpPr>
        <p:spPr>
          <a:xfrm>
            <a:off x="10942320" y="5394960"/>
            <a:ext cx="1645920" cy="812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8BA142-82EF-1DA7-FFBC-801BD470350F}"/>
              </a:ext>
            </a:extLst>
          </p:cNvPr>
          <p:cNvGrpSpPr/>
          <p:nvPr/>
        </p:nvGrpSpPr>
        <p:grpSpPr>
          <a:xfrm>
            <a:off x="1281321" y="591186"/>
            <a:ext cx="10820400" cy="6278880"/>
            <a:chOff x="121920" y="619760"/>
            <a:chExt cx="10820400" cy="62788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3A7B0FE-0887-981E-0FF3-9E357CE245BF}"/>
                </a:ext>
              </a:extLst>
            </p:cNvPr>
            <p:cNvSpPr/>
            <p:nvPr/>
          </p:nvSpPr>
          <p:spPr>
            <a:xfrm>
              <a:off x="4185920" y="15748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66C294-D4F2-6C9D-EC23-E2BF4C20C6B3}"/>
                </a:ext>
              </a:extLst>
            </p:cNvPr>
            <p:cNvSpPr/>
            <p:nvPr/>
          </p:nvSpPr>
          <p:spPr>
            <a:xfrm>
              <a:off x="944880" y="843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7DA2A3-B04D-F386-6268-F9758F4178B8}"/>
                </a:ext>
              </a:extLst>
            </p:cNvPr>
            <p:cNvSpPr/>
            <p:nvPr/>
          </p:nvSpPr>
          <p:spPr>
            <a:xfrm>
              <a:off x="6319520" y="447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118A5B1-F0B1-E1FA-CF7C-BBA77A42D7E9}"/>
                </a:ext>
              </a:extLst>
            </p:cNvPr>
            <p:cNvSpPr/>
            <p:nvPr/>
          </p:nvSpPr>
          <p:spPr>
            <a:xfrm>
              <a:off x="8077200" y="49174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6BC7FE-F44C-AEAC-76EA-EF34910CBF3C}"/>
                </a:ext>
              </a:extLst>
            </p:cNvPr>
            <p:cNvSpPr/>
            <p:nvPr/>
          </p:nvSpPr>
          <p:spPr>
            <a:xfrm>
              <a:off x="528320" y="53644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3D2CE9-6C8E-7397-62C3-2ADCEAA8BB74}"/>
                </a:ext>
              </a:extLst>
            </p:cNvPr>
            <p:cNvSpPr/>
            <p:nvPr/>
          </p:nvSpPr>
          <p:spPr>
            <a:xfrm>
              <a:off x="1554480" y="14528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019ED4-35DC-66D4-C391-856B46688C32}"/>
                </a:ext>
              </a:extLst>
            </p:cNvPr>
            <p:cNvSpPr/>
            <p:nvPr/>
          </p:nvSpPr>
          <p:spPr>
            <a:xfrm>
              <a:off x="5181600" y="57912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3C3E0BE-496B-3675-E240-F263206F251A}"/>
                </a:ext>
              </a:extLst>
            </p:cNvPr>
            <p:cNvSpPr/>
            <p:nvPr/>
          </p:nvSpPr>
          <p:spPr>
            <a:xfrm>
              <a:off x="325120" y="3860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34250E2-C87A-A912-7813-C0C646A0087A}"/>
                </a:ext>
              </a:extLst>
            </p:cNvPr>
            <p:cNvSpPr/>
            <p:nvPr/>
          </p:nvSpPr>
          <p:spPr>
            <a:xfrm>
              <a:off x="9499600" y="1076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340496-8CD9-03C6-125D-8BDF668DF17A}"/>
                </a:ext>
              </a:extLst>
            </p:cNvPr>
            <p:cNvSpPr/>
            <p:nvPr/>
          </p:nvSpPr>
          <p:spPr>
            <a:xfrm>
              <a:off x="9916160" y="2875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B12991-B1E1-3160-46DD-362CED60BB8C}"/>
                </a:ext>
              </a:extLst>
            </p:cNvPr>
            <p:cNvSpPr/>
            <p:nvPr/>
          </p:nvSpPr>
          <p:spPr>
            <a:xfrm>
              <a:off x="2497433" y="21742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303A25-5569-FD43-1EFF-6CD63666E1FB}"/>
                </a:ext>
              </a:extLst>
            </p:cNvPr>
            <p:cNvSpPr/>
            <p:nvPr/>
          </p:nvSpPr>
          <p:spPr>
            <a:xfrm>
              <a:off x="1701800" y="574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6FB05E-E18E-CC39-AFD3-50AF7DA99625}"/>
                </a:ext>
              </a:extLst>
            </p:cNvPr>
            <p:cNvSpPr/>
            <p:nvPr/>
          </p:nvSpPr>
          <p:spPr>
            <a:xfrm>
              <a:off x="7660640" y="25196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F1ED80-60C0-46B6-8385-CE4B8C3045EC}"/>
                </a:ext>
              </a:extLst>
            </p:cNvPr>
            <p:cNvSpPr/>
            <p:nvPr/>
          </p:nvSpPr>
          <p:spPr>
            <a:xfrm>
              <a:off x="4780280" y="88392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96BF9A6-081C-CBB1-177E-A5DDF01846E1}"/>
                </a:ext>
              </a:extLst>
            </p:cNvPr>
            <p:cNvSpPr/>
            <p:nvPr/>
          </p:nvSpPr>
          <p:spPr>
            <a:xfrm>
              <a:off x="121920" y="1965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F11E2F2-4074-FC56-12FB-96BC0AA4EE2F}"/>
                </a:ext>
              </a:extLst>
            </p:cNvPr>
            <p:cNvSpPr/>
            <p:nvPr/>
          </p:nvSpPr>
          <p:spPr>
            <a:xfrm>
              <a:off x="6014720" y="388747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F525CD7-07B3-52CA-80D4-FE1F879FEB8D}"/>
                </a:ext>
              </a:extLst>
            </p:cNvPr>
            <p:cNvSpPr/>
            <p:nvPr/>
          </p:nvSpPr>
          <p:spPr>
            <a:xfrm>
              <a:off x="2981960" y="5466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5968F6-5DBF-2306-EE16-EE931469E449}"/>
                </a:ext>
              </a:extLst>
            </p:cNvPr>
            <p:cNvSpPr/>
            <p:nvPr/>
          </p:nvSpPr>
          <p:spPr>
            <a:xfrm>
              <a:off x="7767320" y="3180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F6C3C6C-BD83-483E-566A-4968BC7FC661}"/>
                </a:ext>
              </a:extLst>
            </p:cNvPr>
            <p:cNvSpPr/>
            <p:nvPr/>
          </p:nvSpPr>
          <p:spPr>
            <a:xfrm>
              <a:off x="8590280" y="6197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D4D6E9-6DD5-5083-15DC-4CEA70760966}"/>
                </a:ext>
              </a:extLst>
            </p:cNvPr>
            <p:cNvSpPr/>
            <p:nvPr/>
          </p:nvSpPr>
          <p:spPr>
            <a:xfrm>
              <a:off x="5765800" y="1549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570DD8-B0CA-E53F-4EEE-34CC7D6ADDBA}"/>
                </a:ext>
              </a:extLst>
            </p:cNvPr>
            <p:cNvSpPr/>
            <p:nvPr/>
          </p:nvSpPr>
          <p:spPr>
            <a:xfrm>
              <a:off x="1849120" y="7518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EBCF5D6-A865-D3E0-EBF8-A357E47F25B9}"/>
                </a:ext>
              </a:extLst>
            </p:cNvPr>
            <p:cNvSpPr/>
            <p:nvPr/>
          </p:nvSpPr>
          <p:spPr>
            <a:xfrm>
              <a:off x="3190240" y="4622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2E7ABE-4A86-B7D4-F4AB-17FAFE9798C5}"/>
                </a:ext>
              </a:extLst>
            </p:cNvPr>
            <p:cNvSpPr/>
            <p:nvPr/>
          </p:nvSpPr>
          <p:spPr>
            <a:xfrm>
              <a:off x="5765800" y="83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C557302-62BC-9DF5-9E32-96EB6B037945}"/>
                </a:ext>
              </a:extLst>
            </p:cNvPr>
            <p:cNvSpPr/>
            <p:nvPr/>
          </p:nvSpPr>
          <p:spPr>
            <a:xfrm>
              <a:off x="934720" y="4470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A56DCE7-6D36-F53D-6778-F0A6FADFEA89}"/>
                </a:ext>
              </a:extLst>
            </p:cNvPr>
            <p:cNvSpPr/>
            <p:nvPr/>
          </p:nvSpPr>
          <p:spPr>
            <a:xfrm>
              <a:off x="1793240" y="337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07980A5-240A-A934-0676-DB340B7F75E8}"/>
                </a:ext>
              </a:extLst>
            </p:cNvPr>
            <p:cNvSpPr/>
            <p:nvPr/>
          </p:nvSpPr>
          <p:spPr>
            <a:xfrm>
              <a:off x="3647440" y="60248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D37347-C848-2E82-48A4-82C7D1B54436}"/>
                </a:ext>
              </a:extLst>
            </p:cNvPr>
            <p:cNvSpPr/>
            <p:nvPr/>
          </p:nvSpPr>
          <p:spPr>
            <a:xfrm>
              <a:off x="4871720" y="20269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A865DE-A374-8271-60EC-A799E3D09BE6}"/>
                </a:ext>
              </a:extLst>
            </p:cNvPr>
            <p:cNvSpPr/>
            <p:nvPr/>
          </p:nvSpPr>
          <p:spPr>
            <a:xfrm>
              <a:off x="1793240" y="2499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8AD387-394C-E32B-AC75-2650AF91D1D4}"/>
                </a:ext>
              </a:extLst>
            </p:cNvPr>
            <p:cNvSpPr/>
            <p:nvPr/>
          </p:nvSpPr>
          <p:spPr>
            <a:xfrm>
              <a:off x="9103360" y="6106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A4E800F-A288-9B23-9B7C-D87E2B98D0D9}"/>
                </a:ext>
              </a:extLst>
            </p:cNvPr>
            <p:cNvSpPr/>
            <p:nvPr/>
          </p:nvSpPr>
          <p:spPr>
            <a:xfrm>
              <a:off x="7264400" y="6817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843AC2F-D8CD-57B8-56CB-32F6610BB2E0}"/>
                </a:ext>
              </a:extLst>
            </p:cNvPr>
            <p:cNvSpPr/>
            <p:nvPr/>
          </p:nvSpPr>
          <p:spPr>
            <a:xfrm>
              <a:off x="6014720" y="5994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3F13A0-4B1E-0302-8831-37E2D4CB5B75}"/>
                </a:ext>
              </a:extLst>
            </p:cNvPr>
            <p:cNvSpPr/>
            <p:nvPr/>
          </p:nvSpPr>
          <p:spPr>
            <a:xfrm>
              <a:off x="4765040" y="51714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63E0CB4-E9A2-9B1E-892C-ACFADF7D834E}"/>
                </a:ext>
              </a:extLst>
            </p:cNvPr>
            <p:cNvSpPr/>
            <p:nvPr/>
          </p:nvSpPr>
          <p:spPr>
            <a:xfrm>
              <a:off x="3515360" y="43484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99934A3-2572-56EA-4796-9846BC09589F}"/>
                </a:ext>
              </a:extLst>
            </p:cNvPr>
            <p:cNvSpPr/>
            <p:nvPr/>
          </p:nvSpPr>
          <p:spPr>
            <a:xfrm>
              <a:off x="3010513" y="3820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94AA09-1606-DE66-438A-38607703779A}"/>
                </a:ext>
              </a:extLst>
            </p:cNvPr>
            <p:cNvSpPr/>
            <p:nvPr/>
          </p:nvSpPr>
          <p:spPr>
            <a:xfrm>
              <a:off x="4185920" y="2336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B6C1AE5-152A-2854-53E9-2E7EA5E2B78F}"/>
                </a:ext>
              </a:extLst>
            </p:cNvPr>
            <p:cNvSpPr/>
            <p:nvPr/>
          </p:nvSpPr>
          <p:spPr>
            <a:xfrm>
              <a:off x="8280400" y="131834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2E5CA51-6FDD-E646-1B30-C4C3B84D17D1}"/>
                </a:ext>
              </a:extLst>
            </p:cNvPr>
            <p:cNvSpPr/>
            <p:nvPr/>
          </p:nvSpPr>
          <p:spPr>
            <a:xfrm>
              <a:off x="2727960" y="123706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55561AC-A470-292F-0DA2-1843FFD38C07}"/>
              </a:ext>
            </a:extLst>
          </p:cNvPr>
          <p:cNvGrpSpPr/>
          <p:nvPr/>
        </p:nvGrpSpPr>
        <p:grpSpPr>
          <a:xfrm flipH="1">
            <a:off x="97438" y="136305"/>
            <a:ext cx="4610804" cy="3495040"/>
            <a:chOff x="121920" y="619760"/>
            <a:chExt cx="10820400" cy="627888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EB26872-7833-18C8-5261-DB181A6D1171}"/>
                </a:ext>
              </a:extLst>
            </p:cNvPr>
            <p:cNvSpPr/>
            <p:nvPr/>
          </p:nvSpPr>
          <p:spPr>
            <a:xfrm>
              <a:off x="4185920" y="15748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72ED51F-643B-10C8-9136-19CEDD00A9E7}"/>
                </a:ext>
              </a:extLst>
            </p:cNvPr>
            <p:cNvSpPr/>
            <p:nvPr/>
          </p:nvSpPr>
          <p:spPr>
            <a:xfrm>
              <a:off x="944880" y="843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95E2144-7D9D-ACD7-9F92-1EC417D8A74E}"/>
                </a:ext>
              </a:extLst>
            </p:cNvPr>
            <p:cNvSpPr/>
            <p:nvPr/>
          </p:nvSpPr>
          <p:spPr>
            <a:xfrm>
              <a:off x="6319520" y="447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C19C5A4-180A-FB6E-433A-FFA124176B55}"/>
                </a:ext>
              </a:extLst>
            </p:cNvPr>
            <p:cNvSpPr/>
            <p:nvPr/>
          </p:nvSpPr>
          <p:spPr>
            <a:xfrm>
              <a:off x="8077200" y="49174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478914F-25A7-D013-224A-0FDBBFDDB483}"/>
                </a:ext>
              </a:extLst>
            </p:cNvPr>
            <p:cNvSpPr/>
            <p:nvPr/>
          </p:nvSpPr>
          <p:spPr>
            <a:xfrm>
              <a:off x="528320" y="53644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A26F25E-BB57-B076-AAA4-5602F5FC839F}"/>
                </a:ext>
              </a:extLst>
            </p:cNvPr>
            <p:cNvSpPr/>
            <p:nvPr/>
          </p:nvSpPr>
          <p:spPr>
            <a:xfrm>
              <a:off x="1554480" y="14528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12C0BEA-384D-194E-3A72-7F24AFB94F75}"/>
                </a:ext>
              </a:extLst>
            </p:cNvPr>
            <p:cNvSpPr/>
            <p:nvPr/>
          </p:nvSpPr>
          <p:spPr>
            <a:xfrm>
              <a:off x="5181600" y="57912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7D29D0F-0864-9AAA-1BC1-4E1551A4A596}"/>
                </a:ext>
              </a:extLst>
            </p:cNvPr>
            <p:cNvSpPr/>
            <p:nvPr/>
          </p:nvSpPr>
          <p:spPr>
            <a:xfrm>
              <a:off x="325120" y="3860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AF159A1-D7C0-1CBD-9F4F-6462D6F4185E}"/>
                </a:ext>
              </a:extLst>
            </p:cNvPr>
            <p:cNvSpPr/>
            <p:nvPr/>
          </p:nvSpPr>
          <p:spPr>
            <a:xfrm>
              <a:off x="9499600" y="1076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E419C4C-0063-C4BB-81D6-D8C930C48BF4}"/>
                </a:ext>
              </a:extLst>
            </p:cNvPr>
            <p:cNvSpPr/>
            <p:nvPr/>
          </p:nvSpPr>
          <p:spPr>
            <a:xfrm>
              <a:off x="9916160" y="2875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1C9722F-2AAC-EBBB-BA6D-3ACBE7F20A8C}"/>
                </a:ext>
              </a:extLst>
            </p:cNvPr>
            <p:cNvSpPr/>
            <p:nvPr/>
          </p:nvSpPr>
          <p:spPr>
            <a:xfrm>
              <a:off x="2497433" y="21742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56A1503-B123-0310-D2EB-FE7537211FA2}"/>
                </a:ext>
              </a:extLst>
            </p:cNvPr>
            <p:cNvSpPr/>
            <p:nvPr/>
          </p:nvSpPr>
          <p:spPr>
            <a:xfrm>
              <a:off x="1701800" y="574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B60EED6-EE8C-B335-B83D-73E37797B566}"/>
                </a:ext>
              </a:extLst>
            </p:cNvPr>
            <p:cNvSpPr/>
            <p:nvPr/>
          </p:nvSpPr>
          <p:spPr>
            <a:xfrm>
              <a:off x="7660640" y="25196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FA3459C-D151-3957-809E-A3F97F886903}"/>
                </a:ext>
              </a:extLst>
            </p:cNvPr>
            <p:cNvSpPr/>
            <p:nvPr/>
          </p:nvSpPr>
          <p:spPr>
            <a:xfrm>
              <a:off x="4780280" y="88392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7860B80-A97E-74FF-44B3-117F38544EA0}"/>
                </a:ext>
              </a:extLst>
            </p:cNvPr>
            <p:cNvSpPr/>
            <p:nvPr/>
          </p:nvSpPr>
          <p:spPr>
            <a:xfrm>
              <a:off x="121920" y="1965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C097116-2B79-94B9-2C40-F06FACC9CA14}"/>
                </a:ext>
              </a:extLst>
            </p:cNvPr>
            <p:cNvSpPr/>
            <p:nvPr/>
          </p:nvSpPr>
          <p:spPr>
            <a:xfrm>
              <a:off x="6014720" y="388747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75562D1-D52A-1B2F-807D-0635DFF86BA3}"/>
                </a:ext>
              </a:extLst>
            </p:cNvPr>
            <p:cNvSpPr/>
            <p:nvPr/>
          </p:nvSpPr>
          <p:spPr>
            <a:xfrm>
              <a:off x="2981960" y="5466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4B7FFD7-2544-5235-29C0-E21B36FFABD3}"/>
                </a:ext>
              </a:extLst>
            </p:cNvPr>
            <p:cNvSpPr/>
            <p:nvPr/>
          </p:nvSpPr>
          <p:spPr>
            <a:xfrm>
              <a:off x="7767320" y="3180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69954B0-A7A1-EC00-1A26-CC1CF2086409}"/>
                </a:ext>
              </a:extLst>
            </p:cNvPr>
            <p:cNvSpPr/>
            <p:nvPr/>
          </p:nvSpPr>
          <p:spPr>
            <a:xfrm>
              <a:off x="8590280" y="6197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0505E4B-E62E-42AF-0223-E2176076978C}"/>
                </a:ext>
              </a:extLst>
            </p:cNvPr>
            <p:cNvSpPr/>
            <p:nvPr/>
          </p:nvSpPr>
          <p:spPr>
            <a:xfrm>
              <a:off x="5765800" y="1549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FE9FFD8-BE3C-55CF-0E3F-1BFBFFE2DD83}"/>
                </a:ext>
              </a:extLst>
            </p:cNvPr>
            <p:cNvSpPr/>
            <p:nvPr/>
          </p:nvSpPr>
          <p:spPr>
            <a:xfrm>
              <a:off x="1849120" y="7518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D03BEF-3EE6-321C-C76F-D4B938DD7956}"/>
                </a:ext>
              </a:extLst>
            </p:cNvPr>
            <p:cNvSpPr/>
            <p:nvPr/>
          </p:nvSpPr>
          <p:spPr>
            <a:xfrm>
              <a:off x="3190240" y="4622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295367E-7514-B620-C425-049D2A6884A0}"/>
                </a:ext>
              </a:extLst>
            </p:cNvPr>
            <p:cNvSpPr/>
            <p:nvPr/>
          </p:nvSpPr>
          <p:spPr>
            <a:xfrm>
              <a:off x="5765800" y="83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FF7CEF5-84CB-DB3A-FCF9-66FEB3E8F6D0}"/>
                </a:ext>
              </a:extLst>
            </p:cNvPr>
            <p:cNvSpPr/>
            <p:nvPr/>
          </p:nvSpPr>
          <p:spPr>
            <a:xfrm>
              <a:off x="934720" y="4470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1FB1F8D-A179-70B7-9D54-3896FD0B970B}"/>
                </a:ext>
              </a:extLst>
            </p:cNvPr>
            <p:cNvSpPr/>
            <p:nvPr/>
          </p:nvSpPr>
          <p:spPr>
            <a:xfrm>
              <a:off x="1793240" y="337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BAECE3E-420E-7146-1EFE-CE74ACE6CD5B}"/>
                </a:ext>
              </a:extLst>
            </p:cNvPr>
            <p:cNvSpPr/>
            <p:nvPr/>
          </p:nvSpPr>
          <p:spPr>
            <a:xfrm>
              <a:off x="3647440" y="60248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EF56CB0-D672-F2D2-6E48-C669B32B1482}"/>
                </a:ext>
              </a:extLst>
            </p:cNvPr>
            <p:cNvSpPr/>
            <p:nvPr/>
          </p:nvSpPr>
          <p:spPr>
            <a:xfrm>
              <a:off x="4871720" y="20269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746F967-7486-0714-8E2C-E18F87ABF4D4}"/>
                </a:ext>
              </a:extLst>
            </p:cNvPr>
            <p:cNvSpPr/>
            <p:nvPr/>
          </p:nvSpPr>
          <p:spPr>
            <a:xfrm>
              <a:off x="1793240" y="2499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69208AF-7665-0088-DAA1-B3D1D13D70A1}"/>
                </a:ext>
              </a:extLst>
            </p:cNvPr>
            <p:cNvSpPr/>
            <p:nvPr/>
          </p:nvSpPr>
          <p:spPr>
            <a:xfrm>
              <a:off x="9103360" y="6106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DB6A582-88B1-EEB5-344A-41F5F1F55905}"/>
                </a:ext>
              </a:extLst>
            </p:cNvPr>
            <p:cNvSpPr/>
            <p:nvPr/>
          </p:nvSpPr>
          <p:spPr>
            <a:xfrm>
              <a:off x="7264400" y="6817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CD1439F-2C6C-716A-3D36-9289E4632FA2}"/>
                </a:ext>
              </a:extLst>
            </p:cNvPr>
            <p:cNvSpPr/>
            <p:nvPr/>
          </p:nvSpPr>
          <p:spPr>
            <a:xfrm>
              <a:off x="6014720" y="5994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13FCA98-E129-8F35-F3AA-CF02ADD4FC5C}"/>
                </a:ext>
              </a:extLst>
            </p:cNvPr>
            <p:cNvSpPr/>
            <p:nvPr/>
          </p:nvSpPr>
          <p:spPr>
            <a:xfrm>
              <a:off x="4765040" y="51714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CA2FA4F-6112-F55E-235F-4063464D4854}"/>
                </a:ext>
              </a:extLst>
            </p:cNvPr>
            <p:cNvSpPr/>
            <p:nvPr/>
          </p:nvSpPr>
          <p:spPr>
            <a:xfrm>
              <a:off x="3515360" y="43484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E550EAC-341E-3DD6-A20E-924F4646FE22}"/>
                </a:ext>
              </a:extLst>
            </p:cNvPr>
            <p:cNvSpPr/>
            <p:nvPr/>
          </p:nvSpPr>
          <p:spPr>
            <a:xfrm>
              <a:off x="3010513" y="3820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9B50551-7CD0-7C18-A879-87A5C148E0D9}"/>
                </a:ext>
              </a:extLst>
            </p:cNvPr>
            <p:cNvSpPr/>
            <p:nvPr/>
          </p:nvSpPr>
          <p:spPr>
            <a:xfrm>
              <a:off x="4185920" y="2336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7AAF46C-142B-13E2-DB38-77DC4DD755E3}"/>
                </a:ext>
              </a:extLst>
            </p:cNvPr>
            <p:cNvSpPr/>
            <p:nvPr/>
          </p:nvSpPr>
          <p:spPr>
            <a:xfrm>
              <a:off x="8280400" y="131834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5FE6215-DA51-8997-04B4-308AF9354803}"/>
                </a:ext>
              </a:extLst>
            </p:cNvPr>
            <p:cNvSpPr/>
            <p:nvPr/>
          </p:nvSpPr>
          <p:spPr>
            <a:xfrm>
              <a:off x="2727960" y="123706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C518CEB-2BBD-129D-C0ED-80A785001E2C}"/>
              </a:ext>
            </a:extLst>
          </p:cNvPr>
          <p:cNvGrpSpPr/>
          <p:nvPr/>
        </p:nvGrpSpPr>
        <p:grpSpPr>
          <a:xfrm flipH="1">
            <a:off x="5164783" y="3229862"/>
            <a:ext cx="5906113" cy="3495040"/>
            <a:chOff x="121920" y="619760"/>
            <a:chExt cx="10820400" cy="627888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2F35544-60E3-2EE3-012D-B7A6169391C2}"/>
                </a:ext>
              </a:extLst>
            </p:cNvPr>
            <p:cNvSpPr/>
            <p:nvPr/>
          </p:nvSpPr>
          <p:spPr>
            <a:xfrm>
              <a:off x="4185920" y="15748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35873B3-1212-FE2C-ED95-5F2425B12BD6}"/>
                </a:ext>
              </a:extLst>
            </p:cNvPr>
            <p:cNvSpPr/>
            <p:nvPr/>
          </p:nvSpPr>
          <p:spPr>
            <a:xfrm>
              <a:off x="944880" y="843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0EC938-62FC-B1A1-865F-00057FF5CA9A}"/>
                </a:ext>
              </a:extLst>
            </p:cNvPr>
            <p:cNvSpPr/>
            <p:nvPr/>
          </p:nvSpPr>
          <p:spPr>
            <a:xfrm>
              <a:off x="6319520" y="447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A911D29-DF64-D961-3181-5EEA829FB1CC}"/>
                </a:ext>
              </a:extLst>
            </p:cNvPr>
            <p:cNvSpPr/>
            <p:nvPr/>
          </p:nvSpPr>
          <p:spPr>
            <a:xfrm>
              <a:off x="8077200" y="49174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454844E-93E3-5861-90DB-C84D06A66F28}"/>
                </a:ext>
              </a:extLst>
            </p:cNvPr>
            <p:cNvSpPr/>
            <p:nvPr/>
          </p:nvSpPr>
          <p:spPr>
            <a:xfrm>
              <a:off x="528320" y="53644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C6B5BA8-3A95-F782-BB1A-134418D25160}"/>
                </a:ext>
              </a:extLst>
            </p:cNvPr>
            <p:cNvSpPr/>
            <p:nvPr/>
          </p:nvSpPr>
          <p:spPr>
            <a:xfrm>
              <a:off x="1554480" y="14528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DC05F34-BAC7-B1E8-B0C0-622CF3D5DE5E}"/>
                </a:ext>
              </a:extLst>
            </p:cNvPr>
            <p:cNvSpPr/>
            <p:nvPr/>
          </p:nvSpPr>
          <p:spPr>
            <a:xfrm>
              <a:off x="5181600" y="57912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B90EB19-DF42-A111-EA06-53831959342E}"/>
                </a:ext>
              </a:extLst>
            </p:cNvPr>
            <p:cNvSpPr/>
            <p:nvPr/>
          </p:nvSpPr>
          <p:spPr>
            <a:xfrm>
              <a:off x="325120" y="3860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84E6CF3-AF84-94A0-B6AB-352EF9D33CBA}"/>
                </a:ext>
              </a:extLst>
            </p:cNvPr>
            <p:cNvSpPr/>
            <p:nvPr/>
          </p:nvSpPr>
          <p:spPr>
            <a:xfrm>
              <a:off x="9499600" y="1076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8C06907-404E-2B83-A0DE-7C0ACF8A9BC9}"/>
                </a:ext>
              </a:extLst>
            </p:cNvPr>
            <p:cNvSpPr/>
            <p:nvPr/>
          </p:nvSpPr>
          <p:spPr>
            <a:xfrm>
              <a:off x="9916160" y="28752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310A362-13CB-6F47-2B98-FB3EDA569C7F}"/>
                </a:ext>
              </a:extLst>
            </p:cNvPr>
            <p:cNvSpPr/>
            <p:nvPr/>
          </p:nvSpPr>
          <p:spPr>
            <a:xfrm>
              <a:off x="2497433" y="217424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3AB4879-F4CE-15C0-181B-C75679AE9985}"/>
                </a:ext>
              </a:extLst>
            </p:cNvPr>
            <p:cNvSpPr/>
            <p:nvPr/>
          </p:nvSpPr>
          <p:spPr>
            <a:xfrm>
              <a:off x="1701800" y="574040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52A63E0-3F14-B7C7-95A8-C8CA0F660ED6}"/>
                </a:ext>
              </a:extLst>
            </p:cNvPr>
            <p:cNvSpPr/>
            <p:nvPr/>
          </p:nvSpPr>
          <p:spPr>
            <a:xfrm>
              <a:off x="7660640" y="251968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F5BC399-7ABC-D740-26AF-A799413671CB}"/>
                </a:ext>
              </a:extLst>
            </p:cNvPr>
            <p:cNvSpPr/>
            <p:nvPr/>
          </p:nvSpPr>
          <p:spPr>
            <a:xfrm>
              <a:off x="4780280" y="88392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29180BD-F7C8-2B0F-2296-E020B2020E98}"/>
                </a:ext>
              </a:extLst>
            </p:cNvPr>
            <p:cNvSpPr/>
            <p:nvPr/>
          </p:nvSpPr>
          <p:spPr>
            <a:xfrm>
              <a:off x="121920" y="196596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6BF462F-8704-6081-8598-7FFAD8F4EF29}"/>
                </a:ext>
              </a:extLst>
            </p:cNvPr>
            <p:cNvSpPr/>
            <p:nvPr/>
          </p:nvSpPr>
          <p:spPr>
            <a:xfrm>
              <a:off x="6014720" y="3887470"/>
              <a:ext cx="1026160" cy="2032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B085E17-A548-EB49-F94C-19CC94AC2894}"/>
                </a:ext>
              </a:extLst>
            </p:cNvPr>
            <p:cNvSpPr/>
            <p:nvPr/>
          </p:nvSpPr>
          <p:spPr>
            <a:xfrm>
              <a:off x="2981960" y="5466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9B47F36-8A2A-39CE-8901-70E822F2633A}"/>
                </a:ext>
              </a:extLst>
            </p:cNvPr>
            <p:cNvSpPr/>
            <p:nvPr/>
          </p:nvSpPr>
          <p:spPr>
            <a:xfrm>
              <a:off x="7767320" y="31800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717929-54AC-F61B-7E30-FA68A70FAFB2}"/>
                </a:ext>
              </a:extLst>
            </p:cNvPr>
            <p:cNvSpPr/>
            <p:nvPr/>
          </p:nvSpPr>
          <p:spPr>
            <a:xfrm>
              <a:off x="8590280" y="6197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1F97447-FF91-4DE9-8F90-A816219DD134}"/>
                </a:ext>
              </a:extLst>
            </p:cNvPr>
            <p:cNvSpPr/>
            <p:nvPr/>
          </p:nvSpPr>
          <p:spPr>
            <a:xfrm>
              <a:off x="5765800" y="1549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51BAB17-5D39-6B1D-E1BB-EFD24F5BD8B5}"/>
                </a:ext>
              </a:extLst>
            </p:cNvPr>
            <p:cNvSpPr/>
            <p:nvPr/>
          </p:nvSpPr>
          <p:spPr>
            <a:xfrm>
              <a:off x="1849120" y="7518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B54E09A-CD09-139D-E594-8DE14EC2456B}"/>
                </a:ext>
              </a:extLst>
            </p:cNvPr>
            <p:cNvSpPr/>
            <p:nvPr/>
          </p:nvSpPr>
          <p:spPr>
            <a:xfrm>
              <a:off x="3190240" y="4622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CFC9993-2794-13E9-BA8B-C49AC5D5B2E4}"/>
                </a:ext>
              </a:extLst>
            </p:cNvPr>
            <p:cNvSpPr/>
            <p:nvPr/>
          </p:nvSpPr>
          <p:spPr>
            <a:xfrm>
              <a:off x="5765800" y="83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58289AB-9E57-FFB6-8550-E92CF1283A0F}"/>
                </a:ext>
              </a:extLst>
            </p:cNvPr>
            <p:cNvSpPr/>
            <p:nvPr/>
          </p:nvSpPr>
          <p:spPr>
            <a:xfrm>
              <a:off x="934720" y="4470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3A2C2B9-8FF8-656A-0B7D-B3F8073073FB}"/>
                </a:ext>
              </a:extLst>
            </p:cNvPr>
            <p:cNvSpPr/>
            <p:nvPr/>
          </p:nvSpPr>
          <p:spPr>
            <a:xfrm>
              <a:off x="1793240" y="33731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E614537-9C54-1CD2-B3B1-BCF4219EE846}"/>
                </a:ext>
              </a:extLst>
            </p:cNvPr>
            <p:cNvSpPr/>
            <p:nvPr/>
          </p:nvSpPr>
          <p:spPr>
            <a:xfrm>
              <a:off x="3647440" y="60248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ABDFFB5-4B98-274E-16A2-ADF7C3164C08}"/>
                </a:ext>
              </a:extLst>
            </p:cNvPr>
            <p:cNvSpPr/>
            <p:nvPr/>
          </p:nvSpPr>
          <p:spPr>
            <a:xfrm>
              <a:off x="4871720" y="202692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7D3AA025-2332-B37D-A5A3-39A6311A4070}"/>
                </a:ext>
              </a:extLst>
            </p:cNvPr>
            <p:cNvSpPr/>
            <p:nvPr/>
          </p:nvSpPr>
          <p:spPr>
            <a:xfrm>
              <a:off x="1793240" y="2499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DB2B1C0-C853-50F5-0754-7083602F28DB}"/>
                </a:ext>
              </a:extLst>
            </p:cNvPr>
            <p:cNvSpPr/>
            <p:nvPr/>
          </p:nvSpPr>
          <p:spPr>
            <a:xfrm>
              <a:off x="9103360" y="6106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BBE68E4-DDC1-0CDF-C1C9-CFCD7500B458}"/>
                </a:ext>
              </a:extLst>
            </p:cNvPr>
            <p:cNvSpPr/>
            <p:nvPr/>
          </p:nvSpPr>
          <p:spPr>
            <a:xfrm>
              <a:off x="7264400" y="68173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5D262E3-DBED-86AB-4FF1-6FABF7340C03}"/>
                </a:ext>
              </a:extLst>
            </p:cNvPr>
            <p:cNvSpPr/>
            <p:nvPr/>
          </p:nvSpPr>
          <p:spPr>
            <a:xfrm>
              <a:off x="6014720" y="59944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22E44A4E-6CC6-6F11-5DAF-68A50CFFF943}"/>
                </a:ext>
              </a:extLst>
            </p:cNvPr>
            <p:cNvSpPr/>
            <p:nvPr/>
          </p:nvSpPr>
          <p:spPr>
            <a:xfrm>
              <a:off x="4765040" y="517144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437400C-EB92-B057-93BB-13C7E0550B2A}"/>
                </a:ext>
              </a:extLst>
            </p:cNvPr>
            <p:cNvSpPr/>
            <p:nvPr/>
          </p:nvSpPr>
          <p:spPr>
            <a:xfrm>
              <a:off x="3515360" y="434848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B079281-9770-2281-257A-4CC8EF849C9D}"/>
                </a:ext>
              </a:extLst>
            </p:cNvPr>
            <p:cNvSpPr/>
            <p:nvPr/>
          </p:nvSpPr>
          <p:spPr>
            <a:xfrm>
              <a:off x="3010513" y="382016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C1183F5-76D3-EDFC-5A6F-492F2CAA550E}"/>
                </a:ext>
              </a:extLst>
            </p:cNvPr>
            <p:cNvSpPr/>
            <p:nvPr/>
          </p:nvSpPr>
          <p:spPr>
            <a:xfrm>
              <a:off x="4185920" y="2336800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E130A2F-B403-A78F-E915-953912E7E75D}"/>
                </a:ext>
              </a:extLst>
            </p:cNvPr>
            <p:cNvSpPr/>
            <p:nvPr/>
          </p:nvSpPr>
          <p:spPr>
            <a:xfrm>
              <a:off x="8280400" y="131834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B06F26E-E959-36D7-231D-DCE558E72156}"/>
                </a:ext>
              </a:extLst>
            </p:cNvPr>
            <p:cNvSpPr/>
            <p:nvPr/>
          </p:nvSpPr>
          <p:spPr>
            <a:xfrm>
              <a:off x="2727960" y="1237068"/>
              <a:ext cx="1645920" cy="81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AF1BE789-15E2-16F5-95A4-E2243C63A161}"/>
              </a:ext>
            </a:extLst>
          </p:cNvPr>
          <p:cNvSpPr txBox="1"/>
          <p:nvPr/>
        </p:nvSpPr>
        <p:spPr>
          <a:xfrm>
            <a:off x="603426" y="2721114"/>
            <a:ext cx="67117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ahnschrift SemiBold" panose="020B0502040204020203" pitchFamily="34" charset="0"/>
              </a:rPr>
              <a:t>1. Why I am showing this?</a:t>
            </a:r>
          </a:p>
        </p:txBody>
      </p:sp>
    </p:spTree>
    <p:extLst>
      <p:ext uri="{BB962C8B-B14F-4D97-AF65-F5344CB8AC3E}">
        <p14:creationId xmlns:p14="http://schemas.microsoft.com/office/powerpoint/2010/main" val="99525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1.48148E-6 L -0.25 -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210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Algerian</vt:lpstr>
      <vt:lpstr>Arial</vt:lpstr>
      <vt:lpstr>Arial Black</vt:lpstr>
      <vt:lpstr>Arial Rounded MT Bold</vt:lpstr>
      <vt:lpstr>Bahnschrift SemiBold</vt:lpstr>
      <vt:lpstr>Bahnschrift SemiCondensed</vt:lpstr>
      <vt:lpstr>Calibri</vt:lpstr>
      <vt:lpstr>Calibri Light</vt:lpstr>
      <vt:lpstr>Clarendon BT</vt:lpstr>
      <vt:lpstr>Kruti Dev 165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RAJKAMAL KAMAL</dc:creator>
  <cp:lastModifiedBy>RAJKAMAL KAMAL</cp:lastModifiedBy>
  <cp:revision>3</cp:revision>
  <dcterms:created xsi:type="dcterms:W3CDTF">2025-12-16T09:47:54Z</dcterms:created>
  <dcterms:modified xsi:type="dcterms:W3CDTF">2026-01-11T15:56:33Z</dcterms:modified>
</cp:coreProperties>
</file>