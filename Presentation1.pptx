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E27C4-E1DD-2449-44EA-6AEE5929A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EB00B6-BE71-C77B-6E17-42303B030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E1EF6-9270-971C-6C10-D7A9DAFE7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3322-1091-4D57-BF70-C2FE14BC8BB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E5FBE-843A-0B07-1FB8-98370601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88DA1-9150-265B-2580-08E20792E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A643-540C-4A56-BD32-11EA3D5E3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236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60466-BFE4-CA23-B4B8-36D19445D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F403D-8107-AB4C-6DE0-425D3663E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3E14C-A869-7831-3312-2C5BC67A3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3322-1091-4D57-BF70-C2FE14BC8BB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729CB-030E-8DD5-9FA2-5AA914C4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223E5-670D-7627-C1A4-1B697E3CB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A643-540C-4A56-BD32-11EA3D5E3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994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5AB49-0984-53FC-15B4-38E1945F2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35EB6B-CBDC-31B2-7351-317B493F20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38896-B22A-CA67-774F-14F58F9B6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3322-1091-4D57-BF70-C2FE14BC8BB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B305A-409D-AA6E-1CF7-38F538E90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73037-AAA1-DBE0-BC59-8D6199215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A643-540C-4A56-BD32-11EA3D5E3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536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4AFF5-703D-2B7B-A04E-A787833D1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655CB-599E-DC80-B6B4-D76673836B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59967B-E158-90C1-B7C1-A3EDC2F37F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0A9B4D-6CA7-3A5D-B03A-416A82BE8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3322-1091-4D57-BF70-C2FE14BC8BB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198F14-CAFE-2DAA-722E-BF1452A97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476D56-9D47-C76B-806B-8955991F1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A643-540C-4A56-BD32-11EA3D5E3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13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E5E93-B1AA-E1A7-C930-9F4A9724D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715D3D-2631-06C5-A446-601985DF7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7AC77-E2B2-36D7-4AE2-567B7977B6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BA80FF-A250-EE98-2382-F2EA0BC6D4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AF2844-790E-D802-4380-29039CA85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A2D050-253D-486C-BF8A-0E2BE65F8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3322-1091-4D57-BF70-C2FE14BC8BB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CA7476-DE07-5D6B-FD79-6CF8C2C4F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BF26C4-2C1E-7D69-90D2-D50C111B9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A643-540C-4A56-BD32-11EA3D5E3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534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43C1-7FBB-22AF-8E5E-CEE58E0A9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86E5B6-21C2-6689-1681-8157B2757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3322-1091-4D57-BF70-C2FE14BC8BB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BE9E2-1573-0FEE-FFC4-D017B1D51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389824-89AB-CC53-BACE-51E53F88D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A643-540C-4A56-BD32-11EA3D5E3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5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54D8C8-F634-B971-C162-CFA957C5F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3322-1091-4D57-BF70-C2FE14BC8BB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E91EC5-630B-8933-8B23-D1CAA8C31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4BEA9-2B44-43B6-1732-2FEE49094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A643-540C-4A56-BD32-11EA3D5E3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160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EE126-AF6E-E48E-094C-8C24B960A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C9AB6-55BB-EFE6-318F-DE0EE13B7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25FBE7-C4F7-69C8-7FD5-D7A7F6013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78C0CB-ABB4-7FFA-036E-B5D9BD65E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3322-1091-4D57-BF70-C2FE14BC8BB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67928-EC80-0655-1404-47AE0128B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767370-2B8B-0698-5E81-DA2B1E716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A643-540C-4A56-BD32-11EA3D5E3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525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5120A-429D-95A0-EA33-1E0451141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544A4C-A3E1-9DDF-0480-98D935DD5A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BD5B2A-0862-69A8-F69C-5BC2B3C322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ACA076-71CA-3914-98E6-FB73BB49A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3322-1091-4D57-BF70-C2FE14BC8BB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0AAA3-8ABB-A20A-F958-9CDA20C56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3D30B8-5E4B-CA64-0AFA-E2A152B13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A643-540C-4A56-BD32-11EA3D5E3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576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85860-60B2-0683-B277-55C1D4261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DED4B6-7AEF-F282-EF77-1B6E6EA323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B81AB-1BE9-593A-AE82-9D1506624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3322-1091-4D57-BF70-C2FE14BC8BB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71F3E-1272-C4F0-F916-6BFCBB761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D6A1B-91E2-62D6-1304-F35AE0C68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A643-540C-4A56-BD32-11EA3D5E3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419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D402AC-8AEA-6F46-3D3B-4CA70E9C5E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3B9051-9D4E-FE0A-CE67-8E4EEE87BC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06796-1436-136E-EB49-9D92E0582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3322-1091-4D57-BF70-C2FE14BC8BB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C0B15-85D0-903E-0ABF-AD75F1E69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9134B-8026-39E0-5D82-A156E74CE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A643-540C-4A56-BD32-11EA3D5E3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572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160B18-D1BF-4909-383B-6E2AA22B9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E63CE-EC71-269E-6466-A17BB42F6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3E710-58AB-01F9-AC1C-014FAA0CD6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C3322-1091-4D57-BF70-C2FE14BC8BB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652F0-E6AE-8534-05AE-ACFBCAFA6F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530D5-90BD-A835-0E61-3D3B71D3ED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44A643-540C-4A56-BD32-11EA3D5E3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553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67C685A-1F1C-F602-E3BB-41D6EBB535F5}"/>
              </a:ext>
            </a:extLst>
          </p:cNvPr>
          <p:cNvSpPr/>
          <p:nvPr/>
        </p:nvSpPr>
        <p:spPr>
          <a:xfrm>
            <a:off x="117987" y="117987"/>
            <a:ext cx="7049729" cy="1071716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Arial Black" panose="020B0A04020102020204" pitchFamily="34" charset="0"/>
              </a:rPr>
              <a:t>PRARAMBH BATCH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A436B1A-B9E5-7D11-A3CC-64C3527816DB}"/>
              </a:ext>
            </a:extLst>
          </p:cNvPr>
          <p:cNvSpPr/>
          <p:nvPr/>
        </p:nvSpPr>
        <p:spPr>
          <a:xfrm>
            <a:off x="7334865" y="117987"/>
            <a:ext cx="4581832" cy="107171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Arial Black" panose="020B0A04020102020204" pitchFamily="34" charset="0"/>
              </a:rPr>
              <a:t>2025-26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440CA4-867D-9C49-B4A6-BF7CA2348958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 b="1" dirty="0">
              <a:solidFill>
                <a:schemeClr val="tx1"/>
              </a:solidFill>
              <a:latin typeface="Clarendon BT" panose="0204070404050502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5C1CB4-1BA9-4F74-F289-AB4FCFC31A37}"/>
              </a:ext>
            </a:extLst>
          </p:cNvPr>
          <p:cNvSpPr txBox="1"/>
          <p:nvPr/>
        </p:nvSpPr>
        <p:spPr>
          <a:xfrm>
            <a:off x="-119949" y="6534834"/>
            <a:ext cx="12752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larendon BT" panose="02040704040505020204" pitchFamily="18" charset="0"/>
              </a:rPr>
              <a:t>FOR MORE INFORMATION LOG ON AND SUBSCRIBE TO THE CHANNEL CALL AT : +91 9120997721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87413F-A967-2906-D8E6-2CE691096B75}"/>
              </a:ext>
            </a:extLst>
          </p:cNvPr>
          <p:cNvSpPr txBox="1"/>
          <p:nvPr/>
        </p:nvSpPr>
        <p:spPr>
          <a:xfrm>
            <a:off x="12311949" y="6534834"/>
            <a:ext cx="12752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larendon BT" panose="02040704040505020204" pitchFamily="18" charset="0"/>
              </a:rPr>
              <a:t>FOR MORE INFORMATION LOG ON AND SUBSCRIBE TO THE CHANNEL CALL AT : +91 9120997721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9089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C5A563-C9F7-A917-08F2-7A9BCF965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0EC23EC-3B03-222D-0BE2-4E163ECE7670}"/>
              </a:ext>
            </a:extLst>
          </p:cNvPr>
          <p:cNvSpPr/>
          <p:nvPr/>
        </p:nvSpPr>
        <p:spPr>
          <a:xfrm>
            <a:off x="117987" y="117987"/>
            <a:ext cx="7049729" cy="1071716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Arial Black" panose="020B0A04020102020204" pitchFamily="34" charset="0"/>
              </a:rPr>
              <a:t>PRARAMBH BATCH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23EFA7A-87E3-6EF1-19F2-D9615367984E}"/>
              </a:ext>
            </a:extLst>
          </p:cNvPr>
          <p:cNvSpPr/>
          <p:nvPr/>
        </p:nvSpPr>
        <p:spPr>
          <a:xfrm>
            <a:off x="7334865" y="117987"/>
            <a:ext cx="4581832" cy="107171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Arial Black" panose="020B0A04020102020204" pitchFamily="34" charset="0"/>
              </a:rPr>
              <a:t>2025-26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2CDC0D-70D8-8C58-4832-50DC4FF7381C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 b="1" dirty="0">
              <a:solidFill>
                <a:schemeClr val="tx1"/>
              </a:solidFill>
              <a:latin typeface="Clarendon BT" panose="0204070404050502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25F3B4-2693-6DA3-32F6-77AC1CA11AFB}"/>
              </a:ext>
            </a:extLst>
          </p:cNvPr>
          <p:cNvSpPr txBox="1"/>
          <p:nvPr/>
        </p:nvSpPr>
        <p:spPr>
          <a:xfrm>
            <a:off x="-119949" y="6534834"/>
            <a:ext cx="12752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larendon BT" panose="02040704040505020204" pitchFamily="18" charset="0"/>
              </a:rPr>
              <a:t>FOR MORE INFORMATION LOG ON AND SUBSCRIBE TO THE CHANNEL CALL AT : +91 9120997721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52B472-24AF-AA51-0945-3FC6F8DD94FB}"/>
              </a:ext>
            </a:extLst>
          </p:cNvPr>
          <p:cNvSpPr txBox="1"/>
          <p:nvPr/>
        </p:nvSpPr>
        <p:spPr>
          <a:xfrm>
            <a:off x="12311949" y="6534834"/>
            <a:ext cx="12752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larendon BT" panose="02040704040505020204" pitchFamily="18" charset="0"/>
              </a:rPr>
              <a:t>FOR MORE INFORMATION LOG ON AND SUBSCRIBE TO THE CHANNEL CALL AT : +91 9120997721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Model 1" descr="Smiling Face With Sunglasses Emoji">
                <a:extLst>
                  <a:ext uri="{FF2B5EF4-FFF2-40B4-BE49-F238E27FC236}">
                    <a16:creationId xmlns:a16="http://schemas.microsoft.com/office/drawing/2014/main" id="{0B23762F-1ADC-1406-AFAB-A9309CCC6A5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52317702"/>
                  </p:ext>
                </p:extLst>
              </p:nvPr>
            </p:nvGraphicFramePr>
            <p:xfrm>
              <a:off x="-49161" y="1189703"/>
              <a:ext cx="1295646" cy="990788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295646" cy="990788"/>
                    </a:xfrm>
                    <a:prstGeom prst="rect">
                      <a:avLst/>
                    </a:prstGeom>
                  </am3d:spPr>
                  <am3d:camera>
                    <am3d:pos x="0" y="0" z="7833415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8884" d="1000000"/>
                    <am3d:preTrans dx="1832" dy="-16799170" dz="-1200816"/>
                    <am3d:scale>
                      <am3d:sx n="1000000" d="1000000"/>
                      <am3d:sy n="1000000" d="1000000"/>
                      <am3d:sz n="1000000" d="1000000"/>
                    </am3d:scale>
                    <am3d:rot ax="561314" ay="1866548" az="291921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182583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 descr="Smiling Face With Sunglasses Emoji">
                <a:extLst>
                  <a:ext uri="{FF2B5EF4-FFF2-40B4-BE49-F238E27FC236}">
                    <a16:creationId xmlns:a16="http://schemas.microsoft.com/office/drawing/2014/main" id="{0B23762F-1ADC-1406-AFAB-A9309CCC6A5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49161" y="1189703"/>
                <a:ext cx="1295646" cy="990788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53082B5-6977-BE79-6ED2-A79F7FD9929B}"/>
              </a:ext>
            </a:extLst>
          </p:cNvPr>
          <p:cNvSpPr txBox="1"/>
          <p:nvPr/>
        </p:nvSpPr>
        <p:spPr>
          <a:xfrm>
            <a:off x="1909187" y="1396721"/>
            <a:ext cx="960622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iz0 1%&amp;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vxj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,d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fpfM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+;k mM+ ugh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ldrj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gSA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ysfdu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tc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og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mM+us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yk;d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gks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xbZ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rc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og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25 fdeh0@ ?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k.Vk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dh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j¶rkj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ls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pyus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yxs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rks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og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D;k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pht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gS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tks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mls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ftank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j[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ksxhA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vkSj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esjk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cM+k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HkkbZ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dk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mlls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D;k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fj’rk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gSA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vxj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og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fdlh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rjg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ls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pkoy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[kk [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kkdj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ftank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jg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Hkh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ys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rc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Hkh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D;k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604263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7" presetClass="emph" presetSubtype="128" accel="10000" decel="1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" dur="2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255017-9CE3-1111-F261-E8AAA976B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D6429E9-7CA1-721C-253C-7DE1CE4759AE}"/>
              </a:ext>
            </a:extLst>
          </p:cNvPr>
          <p:cNvSpPr/>
          <p:nvPr/>
        </p:nvSpPr>
        <p:spPr>
          <a:xfrm>
            <a:off x="117987" y="117987"/>
            <a:ext cx="7049729" cy="1071716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PRARAMBH BATCH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D3D5DC8-8707-FE25-08D4-1C3FB7313C0B}"/>
              </a:ext>
            </a:extLst>
          </p:cNvPr>
          <p:cNvSpPr/>
          <p:nvPr/>
        </p:nvSpPr>
        <p:spPr>
          <a:xfrm>
            <a:off x="7334865" y="117987"/>
            <a:ext cx="4581832" cy="107171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2025-26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2BD946-4D42-DA48-2479-A788278BBEAE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larendon BT" panose="02040704040505020204" pitchFamily="18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458192-20DB-3D3C-E389-DD73D5BF95E6}"/>
              </a:ext>
            </a:extLst>
          </p:cNvPr>
          <p:cNvSpPr txBox="1"/>
          <p:nvPr/>
        </p:nvSpPr>
        <p:spPr>
          <a:xfrm>
            <a:off x="-119949" y="6534834"/>
            <a:ext cx="12752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larendon BT" panose="02040704040505020204" pitchFamily="18" charset="0"/>
                <a:ea typeface="+mn-ea"/>
                <a:cs typeface="+mn-cs"/>
              </a:rPr>
              <a:t>FOR MORE INFORMATION LOG ON AND SUBSCRIBE TO THE CHANNEL CALL AT : +91 9120997721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A35C31-4233-585E-B2FA-4E1E30042F0B}"/>
              </a:ext>
            </a:extLst>
          </p:cNvPr>
          <p:cNvSpPr txBox="1"/>
          <p:nvPr/>
        </p:nvSpPr>
        <p:spPr>
          <a:xfrm>
            <a:off x="12311949" y="6534834"/>
            <a:ext cx="12752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larendon BT" panose="02040704040505020204" pitchFamily="18" charset="0"/>
                <a:ea typeface="+mn-ea"/>
                <a:cs typeface="+mn-cs"/>
              </a:rPr>
              <a:t>FOR MORE INFORMATION LOG ON AND SUBSCRIBE TO THE CHANNEL CALL AT : +91 9120997721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19293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DF40A7-7DBF-F8C4-89AA-73C3BD21A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8622245-E834-C0F5-B223-CD65F599EE19}"/>
              </a:ext>
            </a:extLst>
          </p:cNvPr>
          <p:cNvSpPr/>
          <p:nvPr/>
        </p:nvSpPr>
        <p:spPr>
          <a:xfrm>
            <a:off x="117987" y="117987"/>
            <a:ext cx="7049729" cy="1071716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PRARAMBH BATCH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165BA73-8556-1291-7F53-8A1BE3A28FCE}"/>
              </a:ext>
            </a:extLst>
          </p:cNvPr>
          <p:cNvSpPr/>
          <p:nvPr/>
        </p:nvSpPr>
        <p:spPr>
          <a:xfrm>
            <a:off x="7334865" y="117987"/>
            <a:ext cx="4581832" cy="107171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2025-26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F56398-93F6-ADBF-D59F-798333FF3086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larendon BT" panose="02040704040505020204" pitchFamily="18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397F31-360A-9483-2F9E-4AB94038610B}"/>
              </a:ext>
            </a:extLst>
          </p:cNvPr>
          <p:cNvSpPr txBox="1"/>
          <p:nvPr/>
        </p:nvSpPr>
        <p:spPr>
          <a:xfrm>
            <a:off x="-119949" y="6534834"/>
            <a:ext cx="12752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larendon BT" panose="02040704040505020204" pitchFamily="18" charset="0"/>
                <a:ea typeface="+mn-ea"/>
                <a:cs typeface="+mn-cs"/>
              </a:rPr>
              <a:t>FOR MORE INFORMATION LOG ON AND SUBSCRIBE TO THE CHANNEL CALL AT : +91 9120997721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31BB2D-2E23-3D93-53C7-5292A625F792}"/>
              </a:ext>
            </a:extLst>
          </p:cNvPr>
          <p:cNvSpPr txBox="1"/>
          <p:nvPr/>
        </p:nvSpPr>
        <p:spPr>
          <a:xfrm>
            <a:off x="12311949" y="6534834"/>
            <a:ext cx="12752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larendon BT" panose="02040704040505020204" pitchFamily="18" charset="0"/>
                <a:ea typeface="+mn-ea"/>
                <a:cs typeface="+mn-cs"/>
              </a:rPr>
              <a:t>FOR MORE INFORMATION LOG ON AND SUBSCRIBE TO THE CHANNEL CALL AT : +91 9120997721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1268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226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Clarendon BT</vt:lpstr>
      <vt:lpstr>Kruti Dev 165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RAJKAMAL KAMAL</dc:creator>
  <cp:lastModifiedBy>RAJKAMAL KAMAL</cp:lastModifiedBy>
  <cp:revision>1</cp:revision>
  <dcterms:created xsi:type="dcterms:W3CDTF">2025-12-16T09:47:54Z</dcterms:created>
  <dcterms:modified xsi:type="dcterms:W3CDTF">2025-12-16T10:37:10Z</dcterms:modified>
</cp:coreProperties>
</file>